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hnG7pvaFQOD2rmgABAH9abBJV9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18429B-8C33-4D49-8702-265231876635}">
  <a:tblStyle styleId="{3318429B-8C33-4D49-8702-26523187663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6652" autoAdjust="0"/>
  </p:normalViewPr>
  <p:slideViewPr>
    <p:cSldViewPr snapToGrid="0">
      <p:cViewPr>
        <p:scale>
          <a:sx n="100" d="100"/>
          <a:sy n="100" d="100"/>
        </p:scale>
        <p:origin x="960" y="228"/>
      </p:cViewPr>
      <p:guideLst/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60" Type="http://schemas.openxmlformats.org/officeDocument/2006/relationships/theme" Target="theme/theme1.xml"/><Relationship Id="rId4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C881F9-60D5-E1F7-EEAE-B2648A5079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EF2A4-E93B-22DD-EC85-F04826B735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32D06-F1F0-49F8-AED8-D1F006B5879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869BB-21F1-8841-3D97-8238C4EB8D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29B82-15A0-F5DA-CA13-788F8F009E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12360-D0F5-4120-912E-C64C221B4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74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5797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7916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10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 txBox="1">
            <a:spLocks noGrp="1"/>
          </p:cNvSpPr>
          <p:nvPr>
            <p:ph type="ctrTitle"/>
          </p:nvPr>
        </p:nvSpPr>
        <p:spPr>
          <a:xfrm>
            <a:off x="1524000" y="1988598"/>
            <a:ext cx="9144000" cy="1521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2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5"/>
          <p:cNvSpPr txBox="1"/>
          <p:nvPr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3292" y="23662"/>
            <a:ext cx="932284" cy="512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8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4F361-B7E8-B343-9886-EB21D17E9BF8}"/>
              </a:ext>
            </a:extLst>
          </p:cNvPr>
          <p:cNvSpPr txBox="1"/>
          <p:nvPr/>
        </p:nvSpPr>
        <p:spPr>
          <a:xfrm>
            <a:off x="2694389" y="1223066"/>
            <a:ext cx="6803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Darley Sans" pitchFamily="50" charset="0"/>
              </a:rPr>
              <a:t>PRM393 </a:t>
            </a:r>
            <a:r>
              <a:rPr lang="en-US" sz="6000" b="1" dirty="0">
                <a:solidFill>
                  <a:srgbClr val="0070C0"/>
                </a:solidFill>
                <a:latin typeface="Darley Sans" pitchFamily="50" charset="0"/>
              </a:rPr>
              <a:t>Review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53D62D-9F07-B43C-5B15-AD937BE70208}"/>
              </a:ext>
            </a:extLst>
          </p:cNvPr>
          <p:cNvSpPr txBox="1"/>
          <p:nvPr/>
        </p:nvSpPr>
        <p:spPr>
          <a:xfrm>
            <a:off x="1089420" y="3429000"/>
            <a:ext cx="34540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Darley Sans" pitchFamily="50" charset="0"/>
              </a:rPr>
              <a:t>Lecturer: </a:t>
            </a:r>
          </a:p>
          <a:p>
            <a:r>
              <a:rPr lang="en-US" sz="2400" dirty="0">
                <a:latin typeface="Darley Sans" pitchFamily="50" charset="0"/>
              </a:rPr>
              <a:t>Mr. Nguyen Minh Sang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FB2BD-99BC-0371-6963-B1B8AB1675D5}"/>
              </a:ext>
            </a:extLst>
          </p:cNvPr>
          <p:cNvSpPr txBox="1"/>
          <p:nvPr/>
        </p:nvSpPr>
        <p:spPr>
          <a:xfrm>
            <a:off x="7332634" y="3429000"/>
            <a:ext cx="376994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Darley Sans" pitchFamily="50" charset="0"/>
              </a:rPr>
              <a:t>Group 3: </a:t>
            </a:r>
          </a:p>
          <a:p>
            <a:r>
              <a:rPr lang="en-US" sz="2400" dirty="0">
                <a:latin typeface="Darley Sans" pitchFamily="50" charset="0"/>
              </a:rPr>
              <a:t>Nguyen Huy Hoang</a:t>
            </a:r>
          </a:p>
          <a:p>
            <a:r>
              <a:rPr lang="en-US" sz="2400" dirty="0">
                <a:latin typeface="Darley Sans" pitchFamily="50" charset="0"/>
              </a:rPr>
              <a:t>Phung Tuan Minh</a:t>
            </a:r>
          </a:p>
          <a:p>
            <a:r>
              <a:rPr lang="en-US" sz="2400" dirty="0">
                <a:latin typeface="Darley Sans" pitchFamily="50" charset="0"/>
              </a:rPr>
              <a:t>Nguyen Phuoc Long </a:t>
            </a:r>
            <a:r>
              <a:rPr lang="en-US" sz="2400" dirty="0" err="1">
                <a:latin typeface="Darley Sans" pitchFamily="50" charset="0"/>
              </a:rPr>
              <a:t>Nhat</a:t>
            </a:r>
            <a:endParaRPr lang="en-US" sz="2400" dirty="0">
              <a:latin typeface="Darley Sans" pitchFamily="50" charset="0"/>
            </a:endParaRPr>
          </a:p>
          <a:p>
            <a:r>
              <a:rPr lang="en-US" sz="2400" dirty="0">
                <a:latin typeface="Darley Sans" pitchFamily="50" charset="0"/>
              </a:rPr>
              <a:t>Truong Tran Gia Bao</a:t>
            </a:r>
          </a:p>
          <a:p>
            <a:r>
              <a:rPr lang="en-US" sz="2400" dirty="0">
                <a:latin typeface="Darley Sans" pitchFamily="50" charset="0"/>
              </a:rPr>
              <a:t>Nguyen Thanh 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61A7A-12C4-0813-E65A-5863DBA2B94E}"/>
              </a:ext>
            </a:extLst>
          </p:cNvPr>
          <p:cNvSpPr txBox="1"/>
          <p:nvPr/>
        </p:nvSpPr>
        <p:spPr>
          <a:xfrm>
            <a:off x="4840323" y="387721"/>
            <a:ext cx="2511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Darley Sans" pitchFamily="50" charset="0"/>
              </a:rPr>
              <a:t>Context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B4E65-B84C-B3D2-5AE5-8F880EA91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32" y="3902854"/>
            <a:ext cx="857598" cy="820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6BFEE1-7299-7A75-909E-97762B72F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69" y="1371763"/>
            <a:ext cx="939127" cy="820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3C5E25-5F85-6EDA-84A5-528AE796D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76" y="2637632"/>
            <a:ext cx="820311" cy="820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1EE376-CEEA-110F-A158-FFC1FD63FC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368" y="5202505"/>
            <a:ext cx="1094328" cy="7365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8837F8-4AEC-FF09-F2B1-1B2B277C8937}"/>
              </a:ext>
            </a:extLst>
          </p:cNvPr>
          <p:cNvSpPr txBox="1"/>
          <p:nvPr/>
        </p:nvSpPr>
        <p:spPr>
          <a:xfrm>
            <a:off x="9768287" y="5461661"/>
            <a:ext cx="1909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600" i="1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60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lang="en-US" sz="160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27D Ngô </a:t>
            </a:r>
            <a:r>
              <a:rPr lang="en-US" sz="1600" i="1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Nhậm</a:t>
            </a:r>
            <a:endParaRPr lang="en-US" sz="1600" i="1" dirty="0">
              <a:solidFill>
                <a:srgbClr val="231F2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93389-960F-2285-3878-F973611EB4E6}"/>
              </a:ext>
            </a:extLst>
          </p:cNvPr>
          <p:cNvSpPr txBox="1"/>
          <p:nvPr/>
        </p:nvSpPr>
        <p:spPr>
          <a:xfrm>
            <a:off x="2034766" y="2586122"/>
            <a:ext cx="3777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Darley Sans" pitchFamily="50" charset="0"/>
              </a:rPr>
              <a:t>Used books are mainly bought and sold through Facebook groups and e-commerce platforms</a:t>
            </a:r>
            <a:endParaRPr lang="en-US" sz="1800" dirty="0">
              <a:latin typeface="Darley Sans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F14D9-DEBB-F225-8079-273E7100F3E0}"/>
              </a:ext>
            </a:extLst>
          </p:cNvPr>
          <p:cNvSpPr txBox="1"/>
          <p:nvPr/>
        </p:nvSpPr>
        <p:spPr>
          <a:xfrm>
            <a:off x="2034765" y="3989843"/>
            <a:ext cx="3252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Darley Sans" pitchFamily="50" charset="0"/>
              </a:rPr>
              <a:t>It is difficult to verify book condition and seller reliability</a:t>
            </a:r>
            <a:endParaRPr lang="en-US" sz="1800" dirty="0">
              <a:latin typeface="Darley Sans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00413F-3503-01E7-6C9A-62CA90F141FF}"/>
              </a:ext>
            </a:extLst>
          </p:cNvPr>
          <p:cNvSpPr txBox="1"/>
          <p:nvPr/>
        </p:nvSpPr>
        <p:spPr>
          <a:xfrm>
            <a:off x="2034765" y="5116565"/>
            <a:ext cx="37066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Darley Sans" pitchFamily="50" charset="0"/>
              </a:rPr>
              <a:t>There is a need for a specialized platform for buying, selling, and exchanging used books</a:t>
            </a:r>
            <a:endParaRPr lang="en-US" sz="1800" dirty="0">
              <a:latin typeface="Darley Sans" pitchFamily="50" charset="0"/>
            </a:endParaRPr>
          </a:p>
        </p:txBody>
      </p:sp>
      <p:pic>
        <p:nvPicPr>
          <p:cNvPr id="1026" name="Picture 2" descr="Lưu ngay] List 15 nhà sách cũ Hà Nội dành cho hội “mọt sách” – VinWonders">
            <a:extLst>
              <a:ext uri="{FF2B5EF4-FFF2-40B4-BE49-F238E27FC236}">
                <a16:creationId xmlns:a16="http://schemas.microsoft.com/office/drawing/2014/main" id="{CF737B89-67C6-41F9-C994-85961A232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037" y="1218718"/>
            <a:ext cx="2579193" cy="420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ách Cũ Tây Đô - Địa chỉ thu mua sách cũ tại nhà giá cao, uy tín khu vực  Cần Thơ">
            <a:extLst>
              <a:ext uri="{FF2B5EF4-FFF2-40B4-BE49-F238E27FC236}">
                <a16:creationId xmlns:a16="http://schemas.microsoft.com/office/drawing/2014/main" id="{67C3E893-5732-2F07-44B3-D9B3F2F30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583" y="2328986"/>
            <a:ext cx="2783182" cy="371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992B528-2EBB-CDD2-E6BE-DDA9A5F543C0}"/>
              </a:ext>
            </a:extLst>
          </p:cNvPr>
          <p:cNvSpPr txBox="1"/>
          <p:nvPr/>
        </p:nvSpPr>
        <p:spPr>
          <a:xfrm>
            <a:off x="2187166" y="1611476"/>
            <a:ext cx="3252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Darley Sans" pitchFamily="50" charset="0"/>
              </a:rPr>
              <a:t>Students have a growing demand for affordable books</a:t>
            </a:r>
            <a:endParaRPr lang="en-US" sz="1800" dirty="0">
              <a:latin typeface="Darley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178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68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87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</Words>
  <Application>Microsoft Office PowerPoint</Application>
  <PresentationFormat>Widescreen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Darley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Nguyễn Huy Hoàng</cp:lastModifiedBy>
  <cp:revision>3</cp:revision>
  <dcterms:created xsi:type="dcterms:W3CDTF">2021-01-25T08:25:31Z</dcterms:created>
  <dcterms:modified xsi:type="dcterms:W3CDTF">2026-09-20T16:20:14Z</dcterms:modified>
</cp:coreProperties>
</file>